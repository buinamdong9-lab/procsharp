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64592" cy="8229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8FF"/>
                </a:solidFill>
              </a:defRPr>
            </a:pPr>
            <a:r>
              <a:t>Hệ thống quản lý mượn - trả thiết bị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FDBFE"/>
                </a:solidFill>
              </a:defRPr>
            </a:pPr>
            <a:r>
              <a:t>Bản trình chiếu tổng quan về giải pháp, chức năng và quy trình vận hành.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5778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Đồ án C# - Bài tập lớn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64592" cy="73152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8FF"/>
                </a:solidFill>
              </a:defRPr>
            </a:pPr>
            <a:r>
              <a:t>Vấn đề cần giải quyết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0F8FF"/>
                </a:solidFill>
              </a:defRPr>
            </a:pPr>
            <a:r>
              <a:t>Quản lý nhiều thiết bị, phòng học và người dùng phân tán khó kiểm soát.</a:t>
            </a:r>
          </a:p>
          <a:p>
            <a:pPr>
              <a:spcAft>
                <a:spcPts val="800"/>
              </a:spcAft>
              <a:defRPr sz="2200">
                <a:solidFill>
                  <a:srgbClr val="F0F8FF"/>
                </a:solidFill>
              </a:defRPr>
            </a:pPr>
            <a:r>
              <a:t>Phiếu mượn/trả thiếu minh bạch, dễ phát sinh sai sót hoặc bỏ sót.</a:t>
            </a:r>
          </a:p>
          <a:p>
            <a:pPr>
              <a:spcAft>
                <a:spcPts val="800"/>
              </a:spcAft>
              <a:defRPr sz="2200">
                <a:solidFill>
                  <a:srgbClr val="F0F8FF"/>
                </a:solidFill>
              </a:defRPr>
            </a:pPr>
            <a:r>
              <a:t>Cần quy trình phê duyệt, theo dõi trạng thái và báo cáo nhanh.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FDBFE"/>
                </a:solidFill>
              </a:defRPr>
            </a:pPr>
            <a:r>
              <a:t>Slide 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64592" cy="73152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8FF"/>
                </a:solidFill>
              </a:defRPr>
            </a:pPr>
            <a:r>
              <a:t>Chức năng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0F8FF"/>
                </a:solidFill>
              </a:defRPr>
            </a:pPr>
            <a:r>
              <a:t>Quản lý thiết bị, phòng học, người dùng và phiếu mượn/trả.</a:t>
            </a:r>
          </a:p>
          <a:p>
            <a:pPr>
              <a:spcAft>
                <a:spcPts val="800"/>
              </a:spcAft>
              <a:defRPr sz="2200">
                <a:solidFill>
                  <a:srgbClr val="F0F8FF"/>
                </a:solidFill>
              </a:defRPr>
            </a:pPr>
            <a:r>
              <a:t>Phê duyệt yêu cầu, cập nhật trạng thái và hỗ trợ tìm kiếm, lọc dữ liệu.</a:t>
            </a:r>
          </a:p>
          <a:p>
            <a:pPr>
              <a:spcAft>
                <a:spcPts val="800"/>
              </a:spcAft>
              <a:defRPr sz="2200">
                <a:solidFill>
                  <a:srgbClr val="F0F8FF"/>
                </a:solidFill>
              </a:defRPr>
            </a:pPr>
            <a:r>
              <a:t>Quản lý thùng rác, cấu hình hệ thống và giao diện WinForms thân thiện.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FDBFE"/>
                </a:solidFill>
              </a:defRPr>
            </a:pPr>
            <a:r>
              <a:t>Slide 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64592" cy="73152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8FF"/>
                </a:solidFill>
              </a:defRPr>
            </a:pPr>
            <a:r>
              <a:t>Luồng xử lý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0F8FF"/>
                </a:solidFill>
              </a:defRPr>
            </a:pPr>
            <a:r>
              <a:t>Người dùng đăng nhập và tạo yêu cầu mượn thiết bị.</a:t>
            </a:r>
          </a:p>
          <a:p>
            <a:pPr>
              <a:spcAft>
                <a:spcPts val="800"/>
              </a:spcAft>
              <a:defRPr sz="2200">
                <a:solidFill>
                  <a:srgbClr val="F0F8FF"/>
                </a:solidFill>
              </a:defRPr>
            </a:pPr>
            <a:r>
              <a:t>Hệ thống kiểm tra thiết bị, phòng học và trạng thái trước khi duyệt.</a:t>
            </a:r>
          </a:p>
          <a:p>
            <a:pPr>
              <a:spcAft>
                <a:spcPts val="800"/>
              </a:spcAft>
              <a:defRPr sz="2200">
                <a:solidFill>
                  <a:srgbClr val="F0F8FF"/>
                </a:solidFill>
              </a:defRPr>
            </a:pPr>
            <a:r>
              <a:t>Quản lý theo dõi việc phê duyệt, cập nhật trả thiết bị và báo cáo.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FDBFE"/>
                </a:solidFill>
              </a:defRPr>
            </a:pPr>
            <a:r>
              <a:t>Slide 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64592" cy="73152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8FF"/>
                </a:solidFill>
              </a:defRPr>
            </a:pPr>
            <a:r>
              <a:t>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0F8FF"/>
                </a:solidFill>
              </a:defRPr>
            </a:pPr>
            <a:r>
              <a:t>Giúp tăng tính minh bạch, giảm sai sót và quản lý thiết bị hiệu quả hơn.</a:t>
            </a:r>
          </a:p>
          <a:p>
            <a:pPr>
              <a:spcAft>
                <a:spcPts val="800"/>
              </a:spcAft>
              <a:defRPr sz="2200">
                <a:solidFill>
                  <a:srgbClr val="F0F8FF"/>
                </a:solidFill>
              </a:defRPr>
            </a:pPr>
            <a:r>
              <a:t>Là nền tảng phù hợp cho việc mở rộng báo cáo, phân quyền và tích hợp dữ liệu sau này.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FDBFE"/>
                </a:solidFill>
              </a:defRPr>
            </a:pPr>
            <a:r>
              <a:t>Slide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